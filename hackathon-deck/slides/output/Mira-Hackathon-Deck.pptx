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19EB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017520"/>
            <a:ext cx="3108960" cy="3108960"/>
          </a:xfrm>
          <a:prstGeom prst="ellipse">
            <a:avLst/>
          </a:prstGeom>
          <a:solidFill>
            <a:srgbClr val="FB85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41248"/>
            <a:ext cx="91440" cy="1847088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749808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MIRA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795528" y="179222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Platform. Every EduTech Operation Connected.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" y="22311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Training Delivery + Finance — in one traceable workspace.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6344D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5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3232" y="3401568"/>
            <a:ext cx="7717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ENQUIRY  →  LEAD  →  FOLLOW-UP  →  CONVERSION  →  CUSTOMER  →  PROGRAM  →  BATCH  →  STUDENTS  →  ATTENDANCE  →  QUOTATION  →  INVOICE  →  PAYMENT  →  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RAMPeX Hackathon  ·  Team Mira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 ·  Node.js + Express  ·  SQLite / MySQL 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681728"/>
            <a:ext cx="8046720" cy="18288"/>
          </a:xfrm>
          <a:prstGeom prst="rect">
            <a:avLst/>
          </a:prstGeom>
          <a:solidFill>
            <a:srgbClr val="219EBC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CRMs Break for EduTech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CRMs (Salesforce, HubSpot, Zoho) and spreadsheets fail education operators on 8 counts.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8ECAE6">
              <a:alpha val="18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444752"/>
            <a:ext cx="292608" cy="29260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disconnected from delivery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closes, then training runs in another tool — re-entry, lost context.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8ECAE6">
              <a:alpha val="18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1444752"/>
            <a:ext cx="292608" cy="29260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0" y="1353312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education objects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programs, batches, sessions or attendance — teams hack custom fields.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8ECAE6">
              <a:alpha val="18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" y="2295144"/>
            <a:ext cx="292608" cy="29260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2295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203704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 disconnected from training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don't know which batch or student they bill — manual reconciliation.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148840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8ECAE6">
              <a:alpha val="18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2295144"/>
            <a:ext cx="292608" cy="29260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295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0" y="2203704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single customer view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split across 4 tools. Can't answer “how is ABC College doing?”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8ECAE6">
              <a:alpha val="18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" y="3145536"/>
            <a:ext cx="292608" cy="29260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054096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One-size-fits-all roles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Colleges, trainers, students share one login — data leaks or email chaos.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999232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8ECAE6">
              <a:alpha val="18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3145536"/>
            <a:ext cx="292608" cy="29260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0" y="3054096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Money math in the UI, not the DB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drift between screens; overpayments get accepted.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849624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8ECAE6">
              <a:alpha val="18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" y="3995928"/>
            <a:ext cx="292608" cy="29260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" y="3995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4488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Collections are manual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ranked follow-up list — cash sits in overdue invoices.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849624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8ECAE6">
              <a:alpha val="18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3995928"/>
            <a:ext cx="292608" cy="29260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3995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12080" y="3904488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trust layer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anyone can forge; enquiries never enter the pipeline.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690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every EduTech team we looked at runs sales in one tool, attendance in sheets, billing in Tally — and pays a human to glue it together.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522208" y="4700016"/>
            <a:ext cx="310896" cy="310896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9" name="Text 37"/>
          <p:cNvSpPr/>
          <p:nvPr/>
        </p:nvSpPr>
        <p:spPr>
          <a:xfrm>
            <a:off x="852220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· 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Mira: One Traceable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EduTech operations platform — not just a lead tracker. Data is created once and flows forward.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88595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1885950" cy="402336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298448"/>
            <a:ext cx="1666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 ACQUIRE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1755648"/>
            <a:ext cx="162991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Enquiry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Lead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Follow-up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Conversion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47722" y="186537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E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71750" y="1298448"/>
            <a:ext cx="188595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1750" y="1298448"/>
            <a:ext cx="1885950" cy="40233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2699766" y="1298448"/>
            <a:ext cx="1666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 DELIVER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18054" y="1755648"/>
            <a:ext cx="162991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Program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Batch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Students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62272" y="186537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E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86300" y="1298448"/>
            <a:ext cx="188595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6300" y="1298448"/>
            <a:ext cx="1885950" cy="402336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14316" y="1298448"/>
            <a:ext cx="1666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 BILL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2604" y="1755648"/>
            <a:ext cx="162991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Quotation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Invoice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Payment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76822" y="186537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E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00850" y="1298448"/>
            <a:ext cx="188595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0850" y="1298448"/>
            <a:ext cx="1885950" cy="402336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22" name="Text 20"/>
          <p:cNvSpPr/>
          <p:nvPr/>
        </p:nvSpPr>
        <p:spPr>
          <a:xfrm>
            <a:off x="6928866" y="1298448"/>
            <a:ext cx="1666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 DECIDE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7154" y="1755648"/>
            <a:ext cx="162991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Customer 360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B1F2A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54096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1455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CUSTOMER, FULLY TRACEABLE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" y="3364992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follows any account end-to-end: enquiry → sales → conversion → training → attendance → invoice → payment → financial outcome — with no re-entry anywhere in the chain.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3712464"/>
            <a:ext cx="7827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logins  ·  1 backend  ·  server-side scope enforcement (scope.js)  ·  13 lifecycle stages  ·  3 modules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Mira is NOT:  </a:t>
            </a:r>
            <a:pPr algn="l" indent="0" marL="0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full accounting suite · not payroll/HR · not a GST engine · not microservices — deliberately scoped to the operating lifecycle.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22208" y="4700016"/>
            <a:ext cx="310896" cy="310896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·  ACCESS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Operationally Distinct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“Rampex operates, institutions consume.” Scope is enforced server-side — spoofed headers can't widen access.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 /  LOGIN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880360" y="1298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1298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DO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2331720" cy="713232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0934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Rampex  ·  org@rampex.demo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1572768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8ECAE6">
              <a:alpha val="22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57276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all institutions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572768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572768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role that creates &amp; converts: leads, programs, batches, invoices, expenses. Student data is aggregate-only.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2331720" cy="713232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Institution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Rampex Direct  ·  abc@college.edu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80360" y="2340864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8ECAE6">
              <a:alpha val="22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0088" y="234086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customer_id only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2340864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2340864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dashboard, batches and finance; can view + pay invoices. No student management.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331720" cy="7132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4553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Trainer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Rampex staff  ·  trainer@rampex.demo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80360" y="310896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8ECAE6">
              <a:alpha val="22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0088" y="310896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trainer_id batches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31089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3108960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student management — adds students, marks attendance, runs assessments, per-student reports, own payouts.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877056"/>
            <a:ext cx="2331720" cy="71323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913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arun@student.edu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80360" y="3877056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8ECAE6">
              <a:alpha val="22000"/>
            </a:srgbClr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0088" y="387705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student_id only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3877056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D8E6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877056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Learning: profile, attendance, scores + weak areas, materials, interests, fees &amp; dues.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690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is unusual:  </a:t>
            </a:r>
            <a:pPr algn="l" indent="0" marL="0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CRMs have just admin / user. Mira has 4 roles at different levels of aggregation — platform → college → batch → self.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522208" y="4700016"/>
            <a:ext cx="310896" cy="310896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4" name="Text 32"/>
          <p:cNvSpPr/>
          <p:nvPr/>
        </p:nvSpPr>
        <p:spPr>
          <a:xfrm>
            <a:off x="852220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·  KEY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Modules, One Backend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EduTech operator needs — and every screen is role-scoped, so each user sees only their slice.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590770" cy="3300984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2590770" cy="475488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16736"/>
            <a:ext cx="2298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1554480"/>
            <a:ext cx="2298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&amp; convert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231645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Lead pipeline with enforced status flow: NEW → CONTACTED → QUALIFIED → PROPOSAL → CONVERTED (terminal: LOST, CLOSED)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Search, filter and a follow-up timeline (date, method, notes, next action)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1-click Lead → Customer conversion — CUST-XXX generated, lead_id preserved, no duplicates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Auto-captured leads from the public enquiry form, flagged with an AUTO badge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Customer list + Customer 360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76570" y="1298448"/>
            <a:ext cx="2590770" cy="3300984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6570" y="1298448"/>
            <a:ext cx="2590770" cy="4754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2874" y="1316736"/>
            <a:ext cx="2298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2874" y="1554480"/>
            <a:ext cx="2298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&amp; track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22874" y="1865376"/>
            <a:ext cx="231645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Programs, trainers and batches (program + customer + trainer + dates + capacity + status)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Students &amp; enrollments — trainer-owned workflow; org / institution see aggregates only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Bulk student import from CSV / Excel with preview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Session scheduling + attendance PRESENT / ABSENT / LATE per student; batch % recalculated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Assessments &amp; scores, per-student report, Top Students report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Trainer leave requests + org approval flow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95939" y="1298448"/>
            <a:ext cx="2590770" cy="3300984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5939" y="1298448"/>
            <a:ext cx="2590770" cy="475488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42243" y="1316736"/>
            <a:ext cx="2298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2243" y="1554480"/>
            <a:ext cx="2298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&amp; collect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42243" y="1865376"/>
            <a:ext cx="231645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Quotations with line items; 1-click Quotation → Invoice conversion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Money math enforced in SQL triggers, not just the UI: total = subtotal + tax − discount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Payment recording with overpayment rejection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Status flow UNPAID → PARTIALLY_PAID → PAID (+ OVERDUE by due date)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Expenses with categories + trainer-linked payouts; printable receipts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0B1F2A"/>
                </a:solidFill>
              </a:rPr>
              <a:t>Risk-ranked Collections Queue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690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Role-scoped everywhere:  </a:t>
            </a:r>
            <a:pPr algn="l" indent="0" marL="0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sees platform totals, institution sees its own college, trainer sees my batches, student sees My Learning.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22208" y="4700016"/>
            <a:ext cx="310896" cy="310896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22" name="Text 20"/>
          <p:cNvSpPr/>
          <p:nvPr/>
        </p:nvSpPr>
        <p:spPr>
          <a:xfrm>
            <a:off x="852220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·  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2-Minute Hero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 is one customer. Watch what happens to it throughout the whole organization.”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FLOW — run live, one feature at a time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74320" cy="27432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572768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enquiry (/enquire) → auto-captured lead with an AUTO badge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74320" cy="27432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002536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NEW → CONTACTED → QUALIFIED → 1-click Convert → CUST-XXX, lead_id preserved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74320" cy="27432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432304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Program → Create Batch (customer + trainer + dates + capacity)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274320" cy="27432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862072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enrols a student → marks attendance (PRESENT / ABSENT / LATE)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274320" cy="27432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Quotation → 1-click Convert to Invoice (line items carried over)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76472"/>
            <a:ext cx="274320" cy="27432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721608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 → UNPAID → PARTIALLY_PAID → PAID; overpayment rejected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274320" cy="27432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151376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Customer 360 update live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85232" y="1298448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85232" y="1298448"/>
            <a:ext cx="3401568" cy="420624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9" name="Text 27"/>
          <p:cNvSpPr/>
          <p:nvPr/>
        </p:nvSpPr>
        <p:spPr>
          <a:xfrm>
            <a:off x="5413248" y="1298448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FEATURE  ·  CUSTOMER 360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31536" y="18105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ABC COLLEGE  (CUST-001)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49824" y="2203704"/>
            <a:ext cx="54864" cy="27432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32" name="Text 30"/>
          <p:cNvSpPr/>
          <p:nvPr/>
        </p:nvSpPr>
        <p:spPr>
          <a:xfrm>
            <a:off x="5596128" y="213969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origin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enquiry, follow-ups, conversion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49824" y="2606040"/>
            <a:ext cx="54864" cy="27432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34" name="Text 32"/>
          <p:cNvSpPr/>
          <p:nvPr/>
        </p:nvSpPr>
        <p:spPr>
          <a:xfrm>
            <a:off x="5596128" y="254203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batches, attendance %, students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49824" y="3008376"/>
            <a:ext cx="54864" cy="27432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36" name="Text 34"/>
          <p:cNvSpPr/>
          <p:nvPr/>
        </p:nvSpPr>
        <p:spPr>
          <a:xfrm>
            <a:off x="5596128" y="294436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quotations, invoices, payments, outstanding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49824" y="3410712"/>
            <a:ext cx="54864" cy="27432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38" name="Text 36"/>
          <p:cNvSpPr/>
          <p:nvPr/>
        </p:nvSpPr>
        <p:spPr>
          <a:xfrm>
            <a:off x="5596128" y="334670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collected, outstanding, net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31536" y="3767328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sees its own College 360 · Org sees every institution + a comparison table · the student roster inside is read-only — the batch trainer owns the records.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4690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login:  </a:t>
            </a:r>
            <a:pPr algn="l" indent="0" marL="0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org@rampex.demo / org123  —  exercises every invariant: 18% tax math, outstanding calculation, status transitions.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522208" y="4700016"/>
            <a:ext cx="310896" cy="310896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42" name="Text 40"/>
          <p:cNvSpPr/>
          <p:nvPr/>
        </p:nvSpPr>
        <p:spPr>
          <a:xfrm>
            <a:off x="852220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·  INNOVATION (1/2)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a Standard CRM — Part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that separate Mira from Zoho and spreadsheets. Each one is implemented and demoable — not a mockup.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7764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64008" cy="1225296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4475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219EB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447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61872" y="14447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70078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Enquiry → Auto-Lead Capture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1975104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no-login /enquire form creates a lead (source = Website, status NEW) plus a system follow-up entry. Zero-friction demand capture — the demo literally starts here.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397764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44752"/>
            <a:ext cx="64008" cy="122529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44475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4447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13832" y="14447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92040" y="170078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Risk-Ranked Collections Queue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1975104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invoices ranked HIGH / MEDIUM / LOW by explicit rules (overdue days + ticket size + payment history), with the reason shown on every row. Honestly rule-based — never claimed as ML.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907792"/>
            <a:ext cx="397764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54096"/>
            <a:ext cx="64008" cy="1225296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05409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FB85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540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61872" y="30540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331012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Certificates + Public Verification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3584448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issues certificates (CERT-XXX, code RNX-YYYY-NNNN) only when batch attendance ≥ 75% — otherwise a 422 with the reason. Anyone verifies at /verify with no login. Kills credential forgery.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907792"/>
            <a:ext cx="397764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54096"/>
            <a:ext cx="64008" cy="1225296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305409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23047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0540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13832" y="30540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DESK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331012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Desk &amp; Institution Requests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92040" y="3584448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raise tickets and change requests — schedule, trainer, student transfer, billing, access — with priority (LOW → URGENT) and a status flow OPEN → IN_PROGRESS → RESOLVED → CLOSED. Org replies in-thread, so escalations sit beside the customer they are about.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690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four are live in the build:  </a:t>
            </a:r>
            <a:pPr algn="l" indent="0" marL="0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enquiry capture, collections ranking, certificate verification and the institution support desk.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22208" y="4700016"/>
            <a:ext cx="310896" cy="310896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5" name="Text 33"/>
          <p:cNvSpPr/>
          <p:nvPr/>
        </p:nvSpPr>
        <p:spPr>
          <a:xfrm>
            <a:off x="852220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·  INNOVATION (2/2)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a Standard CRM — Part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prospecting, scoped AI, an actionable notification inbox and a toolkit shared by every list.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7764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64008" cy="1225296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4475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FB85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447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61872" y="1444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70078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Cold-Mail Outreach Engine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1975104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lead generation, org-only: Templates → Campaigns → Audience → throttled send queue. A server-side scheduler means closing the browser never stops a campaign (DRAFT → RUNNING → PAUSED → COMPLETED), with suppression list, 2-step unsubscribe, open-tracking pixel and bounce handling.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397764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44752"/>
            <a:ext cx="64008" cy="1225296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44475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219EBC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4447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13832" y="1444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92040" y="170078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Mira AI — Role-Scoped Read-Only Assistant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1975104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“Ask Mira AI” panel on every screen with role-shaped starter prompts. The client sends only the conversation; scope resolves server-side from auth headers — a student can never ask about another student's data. Read-only by design: it answers from data your role can already see.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907792"/>
            <a:ext cx="397764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54096"/>
            <a:ext cx="64008" cy="122529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05409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540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IN-7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61872" y="3054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331012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Notifications + Announcements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3584448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event — invoice raised, payment recorded, leave request, ticket reply — emits a notification aimed at one user or a whole role, with a per-user read count. Each item deep-links to its record, so it is an action, not a badge. Org broadcasts announcements to all roles.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907792"/>
            <a:ext cx="397764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54096"/>
            <a:ext cx="64008" cy="1225296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305409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23047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0540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IN-8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13832" y="3054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A71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LIST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331012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List Toolkit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92040" y="3584448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toolkit gives every list the same power: search, filters, date range, sort, pagination, bulk select with bulk actions, CSV export, an archive toggle and saved views — applied across leads, batches, students, invoices and more. Consistent UX with zero duplicated list code.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690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by design:  </a:t>
            </a:r>
            <a:pPr algn="l" indent="0" marL="0"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ranking is rule-based (not ML) and Mira AI is read-only Q&amp;A over scoped data — we never overclaim.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22208" y="4700016"/>
            <a:ext cx="310896" cy="310896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5" name="Text 33"/>
          <p:cNvSpPr/>
          <p:nvPr/>
        </p:nvSpPr>
        <p:spPr>
          <a:xfrm>
            <a:off x="852220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·  WHAT WE INNOVATED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6 Innovations That Set Mira Apart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tested and demoable — this is the difference between Mira and an off-the-shelf CRM.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60905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3504" y="1755648"/>
            <a:ext cx="2334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360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2048256"/>
            <a:ext cx="2334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delivery + finance on one screen — the question “how is this college doing?” answered in one view.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67426" y="1298448"/>
            <a:ext cx="260905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3730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13730" y="1755648"/>
            <a:ext cx="2334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Trigger-Guaranteed Money Math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30" y="2048256"/>
            <a:ext cx="2334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subtotal + tax − discount is enforced in SQL, so totals can't drift and overpayments are rejected.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77651" y="1298448"/>
            <a:ext cx="260905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23955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23955" y="1755648"/>
            <a:ext cx="2334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Enquiry → Auto-Lead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23955" y="2048256"/>
            <a:ext cx="2334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no-login form turns every website visitor into a tracked lead with a system follow-up.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260905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" y="28895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3504" y="3255264"/>
            <a:ext cx="2334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Certificates + Public Verification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" y="3547872"/>
            <a:ext cx="2334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only at ≥ 75% attendance; anyone can verify a code at /verify with no login.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67426" y="2798064"/>
            <a:ext cx="260905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13730" y="28895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413730" y="3255264"/>
            <a:ext cx="2334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Cold-Mail Outreach Engine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13730" y="3547872"/>
            <a:ext cx="2334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prospecting with throttling, suppression, unsubscribe and open-tracking — no Mailchimp needed.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77651" y="2798064"/>
            <a:ext cx="260905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6EE"/>
            </a:solidFill>
            <a:prstDash val="solid"/>
          </a:ln>
          <a:effectLst>
            <a:outerShdw sx="100000" sy="100000" kx="0" ky="0" algn="bl" rotWithShape="0" blurRad="114300" dist="25400" dir="8100000">
              <a:srgbClr val="03263A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23955" y="28895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23955" y="3255264"/>
            <a:ext cx="2334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Role-Scoped AI + 4-Role Access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23955" y="3547872"/>
            <a:ext cx="2334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resolves server-side, so a student can never see another student's data. Isolation by design.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4261104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261104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typical CRMs:  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education objects · 1-click conversions · DB-guaranteed money math · built-in collections &amp; outreach · MIT-licensed and self-hostable — where Zoho / HubSpot need add-ons and paid tiers.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22208" y="4700016"/>
            <a:ext cx="310896" cy="310896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737360"/>
            <a:ext cx="3840480" cy="3840480"/>
          </a:xfrm>
          <a:prstGeom prst="ellipse">
            <a:avLst/>
          </a:prstGeom>
          <a:solidFill>
            <a:srgbClr val="219EB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·  IMPACT &amp; SCALABILITY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Mira Wins — and What's Next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4 tools (lead tracker + attendance sheets + billing + mail tool) with one traceable pipeline.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03263A"/>
          </a:solidFill>
          <a:ln w="12700">
            <a:solidFill>
              <a:srgbClr val="032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71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—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entry, zero re-entry: an enquiry typed once flows to lead → customer → batch → invoice. 1-click conversions remove the two most error-prone copy-paste jobs, and bulk CSV import onboards a whole batch in minutes.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2203704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—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enquiry capture stops lead leakage; the cold-mail engine builds pipeline with no extra tool; the collections queue focuses effort on HIGH-risk dues first.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2779776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—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75% certificate gate plus public verification makes credentials checkable; per-student weak-area reports improve outcomes; colleges see proof of delivery without seeing each other's data.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3558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— 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reconciles (dashboard = invoices − payments) and the activity feed audits who did what.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03263A"/>
          </a:solidFill>
          <a:ln w="12700">
            <a:solidFill>
              <a:srgbClr val="032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371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28032" y="1655064"/>
            <a:ext cx="219456" cy="219456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655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20640" y="162763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+ UPI / cards, with WhatsApp &amp; email dunning wired to the collections queue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28032" y="2039112"/>
            <a:ext cx="219456" cy="219456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20640" y="20116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clash detection + trainer workload balancing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28032" y="2423160"/>
            <a:ext cx="219456" cy="219456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20640" y="239572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Fee-installment plans + automated receipts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28032" y="2807208"/>
            <a:ext cx="219456" cy="219456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20640" y="277977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attendance and a parent / institution portal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28032" y="3191256"/>
            <a:ext cx="219456" cy="219456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3191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20640" y="316382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Mira AI — anomaly alerts (“Batch B-104 attendance dropped 12%”), still scoped and read-only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28032" y="3575304"/>
            <a:ext cx="219456" cy="219456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3575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20640" y="354787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GST-ready invoicing beyond the 18% default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first enquiry to final payment — one platform, every EduTech operation connected.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498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logins:  </a:t>
            </a:r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org@rampex.demo / org123   ·   abc@college.edu / abc123   ·   trainer@rampex.demo / trainer123   ·   arun@student.edu / arun123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522208" y="4700016"/>
            <a:ext cx="310896" cy="310896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6" name="Text 34"/>
          <p:cNvSpPr/>
          <p:nvPr/>
        </p:nvSpPr>
        <p:spPr>
          <a:xfrm>
            <a:off x="852220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RAMPeX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 - One Platform. Every EduTech Operation Connected.</dc:title>
  <dc:subject>EduTech operations CRM - hackathon pitch</dc:subject>
  <dc:creator>Team Mira</dc:creator>
  <cp:lastModifiedBy>Team Mira</cp:lastModifiedBy>
  <cp:revision>1</cp:revision>
  <dcterms:created xsi:type="dcterms:W3CDTF">2026-10-01T08:15:52Z</dcterms:created>
  <dcterms:modified xsi:type="dcterms:W3CDTF">2026-10-01T08:15:52Z</dcterms:modified>
</cp:coreProperties>
</file>